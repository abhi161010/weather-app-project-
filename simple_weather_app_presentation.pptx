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Weather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HTML, CSS, JavaScript, and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weather application that fetches weather info using API and displays it in a user-friendly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weather data</a:t>
            </a:r>
          </a:p>
          <a:p>
            <a:r>
              <a:t>• User input for city search</a:t>
            </a:r>
          </a:p>
          <a:p>
            <a:r>
              <a:t>• Responsive UI</a:t>
            </a:r>
          </a:p>
          <a:p>
            <a:r>
              <a:t>• Python backend API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HTML, CSS, JavaScript</a:t>
            </a:r>
          </a:p>
          <a:p>
            <a:r>
              <a:t>• Backend: Python (Flask)</a:t>
            </a:r>
          </a:p>
          <a:p>
            <a:r>
              <a:t>• API: OpenWeatherMap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city name</a:t>
            </a:r>
          </a:p>
          <a:p>
            <a:r>
              <a:t>2. JS sends request to Python backend</a:t>
            </a:r>
          </a:p>
          <a:p>
            <a:r>
              <a:t>3. Python fetches weather from API</a:t>
            </a:r>
          </a:p>
          <a:p>
            <a:r>
              <a:t>4. Response sent back to frontend</a:t>
            </a:r>
          </a:p>
          <a:p>
            <a:r>
              <a:t>5. UI displays weather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layout with input box, button, and result section.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responsive layout with clean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user input, sends request to backend, and updates the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server to handle API requests and return weather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lightweight and efficient weather app using web technologies and Python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